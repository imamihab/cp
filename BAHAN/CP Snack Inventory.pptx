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1" r:id="rId9"/>
    <p:sldId id="262" r:id="rId10"/>
    <p:sldId id="263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43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-1097280"/>
            <a:ext cx="4480560" cy="44805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4572000"/>
            <a:ext cx="3017520" cy="30175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731520"/>
            <a:ext cx="786384" cy="786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822960"/>
            <a:ext cx="7863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300" b="1">
                <a:solidFill>
                  <a:srgbClr val="FFFFFF"/>
                </a:solidFill>
              </a:defRPr>
            </a:pPr>
            <a:r>
              <a:t>Snack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633472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D6E4FF"/>
                </a:solidFill>
              </a:defRPr>
            </a:pPr>
            <a:r>
              <a:t>Sistem Informasi Manajemen Inventori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310128"/>
            <a:ext cx="201168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3328416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PRESENTASI TIM 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16052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Konsep sistem • Database • Flow transaksi • Workflow 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828032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2E0F7"/>
                </a:solidFill>
              </a:defRPr>
            </a:pPr>
            <a:r>
              <a:t>Materi untuk menyamakan pemahaman sebelum pembagian pekerjaan tim.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961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ED2F0"/>
                </a:solidFill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5303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Tujuan proyek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Kita membangun sistem yang menyelesaikan kebutuhan inti inventori.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1264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06074"/>
                </a:solidFill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44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810512"/>
            <a:ext cx="10104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Membuat pencatatan stok lebih cepat, terstruktur, dan mudah dilacak.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73152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2688" y="3264408"/>
            <a:ext cx="393192" cy="39319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300984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55264"/>
            <a:ext cx="2532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Masalah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58184"/>
            <a:ext cx="253288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• Stok sulit dipantau</a:t>
            </a:r>
            <a:br/>
            <a:r>
              <a:t>• Pencatatan rawan selisih</a:t>
            </a:r>
            <a:br/>
            <a:r>
              <a:t>• Riwayat transaksi tidak terpusat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0632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3063240"/>
            <a:ext cx="73152" cy="2148840"/>
          </a:xfrm>
          <a:prstGeom prst="rect">
            <a:avLst/>
          </a:prstGeom>
          <a:solidFill>
            <a:srgbClr val="10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90288" y="3264408"/>
            <a:ext cx="393192" cy="393192"/>
          </a:xfrm>
          <a:prstGeom prst="roundRect">
            <a:avLst/>
          </a:prstGeom>
          <a:solidFill>
            <a:srgbClr val="EB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3300984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09659"/>
                </a:solidFill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255264"/>
            <a:ext cx="2532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Solusi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758184"/>
            <a:ext cx="253288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• Master barang terpusat</a:t>
            </a:r>
            <a:br/>
            <a:r>
              <a:t>• Transaksi IN / OUT</a:t>
            </a:r>
            <a:br/>
            <a:r>
              <a:t>• Stok otomatis berubah</a:t>
            </a:r>
            <a:br/>
            <a:r>
              <a:t>• Riwayat tersimpan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0632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3063240"/>
            <a:ext cx="73152" cy="214884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47888" y="3264408"/>
            <a:ext cx="393192" cy="393192"/>
          </a:xfrm>
          <a:prstGeom prst="roundRect">
            <a:avLst/>
          </a:prstGeom>
          <a:solidFill>
            <a:srgbClr val="F4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3300984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704EBE"/>
                </a:solidFill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255264"/>
            <a:ext cx="2532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Hasil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758184"/>
            <a:ext cx="253288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• Kondisi stok mudah dipantau</a:t>
            </a:r>
            <a:br/>
            <a:r>
              <a:t>• Data lebih konsisten</a:t>
            </a:r>
            <a:br/>
            <a:r>
              <a:t>• Laporan lebih mudah dibuat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52881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06074"/>
                </a:solidFill>
              </a:defRPr>
            </a:pPr>
            <a:r>
              <a:t>Snack Inventory • Capstone / CP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5303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Scope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Scope dijaga agar tim fokus menyelesaikan core inventory.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1264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06074"/>
                </a:solidFill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629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783080"/>
            <a:ext cx="1508760" cy="365760"/>
          </a:xfrm>
          <a:prstGeom prst="roundRect">
            <a:avLst/>
          </a:prstGeom>
          <a:solidFill>
            <a:srgbClr val="10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0136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5897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F172A"/>
                </a:solidFill>
              </a:defRPr>
            </a:pPr>
            <a:r>
              <a:t>Login dan role pengguna</a:t>
            </a:r>
          </a:p>
          <a:p>
            <a:pPr>
              <a:spcAft>
                <a:spcPts val="900"/>
              </a:spcAft>
              <a:defRPr sz="1500">
                <a:solidFill>
                  <a:srgbClr val="0F172A"/>
                </a:solidFill>
              </a:defRPr>
            </a:pPr>
            <a:r>
              <a:t>Master kategori</a:t>
            </a:r>
          </a:p>
          <a:p>
            <a:pPr>
              <a:spcAft>
                <a:spcPts val="900"/>
              </a:spcAft>
              <a:defRPr sz="1500">
                <a:solidFill>
                  <a:srgbClr val="0F172A"/>
                </a:solidFill>
              </a:defRPr>
            </a:pPr>
            <a:r>
              <a:t>Master barang</a:t>
            </a:r>
          </a:p>
          <a:p>
            <a:pPr>
              <a:spcAft>
                <a:spcPts val="900"/>
              </a:spcAft>
              <a:defRPr sz="1500">
                <a:solidFill>
                  <a:srgbClr val="0F172A"/>
                </a:solidFill>
              </a:defRPr>
            </a:pPr>
            <a:r>
              <a:t>Stok masuk</a:t>
            </a:r>
          </a:p>
          <a:p>
            <a:pPr>
              <a:spcAft>
                <a:spcPts val="900"/>
              </a:spcAft>
              <a:defRPr sz="1500">
                <a:solidFill>
                  <a:srgbClr val="0F172A"/>
                </a:solidFill>
              </a:defRPr>
            </a:pPr>
            <a:r>
              <a:t>Stok keluar</a:t>
            </a:r>
          </a:p>
          <a:p>
            <a:pPr>
              <a:spcAft>
                <a:spcPts val="900"/>
              </a:spcAft>
              <a:defRPr sz="1500">
                <a:solidFill>
                  <a:srgbClr val="0F172A"/>
                </a:solidFill>
              </a:defRPr>
            </a:pPr>
            <a:r>
              <a:t>Riwayat transaksi stok</a:t>
            </a:r>
          </a:p>
          <a:p>
            <a:pPr>
              <a:spcAft>
                <a:spcPts val="900"/>
              </a:spcAft>
              <a:defRPr sz="1500">
                <a:solidFill>
                  <a:srgbClr val="0F172A"/>
                </a:solidFill>
              </a:defRPr>
            </a:pPr>
            <a:r>
              <a:t>Status Normal / Menipis / Habis</a:t>
            </a:r>
          </a:p>
          <a:p>
            <a:pPr>
              <a:spcAft>
                <a:spcPts val="900"/>
              </a:spcAft>
              <a:defRPr sz="1500">
                <a:solidFill>
                  <a:srgbClr val="0F172A"/>
                </a:solidFill>
              </a:defRPr>
            </a:pPr>
            <a:r>
              <a:t>Dashboard dan laporan stok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508760"/>
            <a:ext cx="3886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63840" y="1783080"/>
            <a:ext cx="1691640" cy="365760"/>
          </a:xfrm>
          <a:prstGeom prst="roundRect">
            <a:avLst/>
          </a:prstGeom>
          <a:solidFill>
            <a:srgbClr val="DC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801368"/>
            <a:ext cx="1691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OUT OF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331720"/>
            <a:ext cx="32918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506074"/>
                </a:solidFill>
              </a:defRPr>
            </a:pPr>
            <a:r>
              <a:t>POS / kasir</a:t>
            </a:r>
          </a:p>
          <a:p>
            <a:pPr>
              <a:spcAft>
                <a:spcPts val="1000"/>
              </a:spcAft>
              <a:defRPr sz="1400">
                <a:solidFill>
                  <a:srgbClr val="506074"/>
                </a:solidFill>
              </a:defRPr>
            </a:pPr>
            <a:r>
              <a:t>Accounting</a:t>
            </a:r>
          </a:p>
          <a:p>
            <a:pPr>
              <a:spcAft>
                <a:spcPts val="1000"/>
              </a:spcAft>
              <a:defRPr sz="1400">
                <a:solidFill>
                  <a:srgbClr val="506074"/>
                </a:solidFill>
              </a:defRPr>
            </a:pPr>
            <a:r>
              <a:t>Payment gateway</a:t>
            </a:r>
          </a:p>
          <a:p>
            <a:pPr>
              <a:spcAft>
                <a:spcPts val="1000"/>
              </a:spcAft>
              <a:defRPr sz="1400">
                <a:solidFill>
                  <a:srgbClr val="506074"/>
                </a:solidFill>
              </a:defRPr>
            </a:pPr>
            <a:r>
              <a:t>Marketplace</a:t>
            </a:r>
          </a:p>
          <a:p>
            <a:pPr>
              <a:spcAft>
                <a:spcPts val="1000"/>
              </a:spcAft>
              <a:defRPr sz="1400">
                <a:solidFill>
                  <a:srgbClr val="506074"/>
                </a:solidFill>
              </a:defRPr>
            </a:pPr>
            <a:r>
              <a:t>WhatsApp Gateway</a:t>
            </a:r>
          </a:p>
          <a:p>
            <a:pPr>
              <a:spcAft>
                <a:spcPts val="1000"/>
              </a:spcAft>
              <a:defRPr sz="1400">
                <a:solidFill>
                  <a:srgbClr val="506074"/>
                </a:solidFill>
              </a:defRPr>
            </a:pPr>
            <a:r>
              <a:t>Forecasting / ML</a:t>
            </a:r>
          </a:p>
          <a:p>
            <a:pPr>
              <a:spcAft>
                <a:spcPts val="1000"/>
              </a:spcAft>
              <a:defRPr sz="1400">
                <a:solidFill>
                  <a:srgbClr val="506074"/>
                </a:solidFill>
              </a:defRPr>
            </a:pPr>
            <a:r>
              <a:t>Supplier kompleks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44068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C3746"/>
                </a:solidFill>
              </a:defRPr>
            </a:pPr>
            <a:r>
              <a:t>Fitur tambahan bisa dibahas setelah core system stabil.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2881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06074"/>
                </a:solidFill>
              </a:defRPr>
            </a:pPr>
            <a:r>
              <a:t>Snack Inventory • Capstone / CP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5303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Modul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Setiap modul punya fungsi yang jelas dan saling terhubung.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1264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06074"/>
                </a:solidFill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44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691639"/>
            <a:ext cx="475488" cy="475488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4754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64207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664207"/>
            <a:ext cx="6995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06074"/>
                </a:solidFill>
              </a:defRPr>
            </a:pPr>
            <a:r>
              <a:t>Ringkasan jumlah barang, total stok, stok menipis, dan stok habis.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10744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120" y="2697480"/>
            <a:ext cx="475488" cy="475488"/>
          </a:xfrm>
          <a:prstGeom prst="roundRect">
            <a:avLst/>
          </a:prstGeom>
          <a:solidFill>
            <a:srgbClr val="F4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770632"/>
            <a:ext cx="4754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704EBE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67004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Master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670048"/>
            <a:ext cx="6995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06074"/>
                </a:solidFill>
              </a:defRPr>
            </a:pPr>
            <a:r>
              <a:t>Kategori dan barang menjadi sumber data utama transaksi.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20440"/>
            <a:ext cx="10744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0120" y="3703320"/>
            <a:ext cx="475488" cy="475488"/>
          </a:xfrm>
          <a:prstGeom prst="roundRect">
            <a:avLst/>
          </a:prstGeom>
          <a:solidFill>
            <a:srgbClr val="EB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776472"/>
            <a:ext cx="4754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09659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67588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Manajemen Stok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675888"/>
            <a:ext cx="6995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06074"/>
                </a:solidFill>
              </a:defRPr>
            </a:pPr>
            <a:r>
              <a:t>Satu halaman untuk Stok Masuk, Stok Keluar, dan Riwayat.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26280"/>
            <a:ext cx="10744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" y="4709160"/>
            <a:ext cx="475488" cy="475488"/>
          </a:xfrm>
          <a:prstGeom prst="roundRect">
            <a:avLst/>
          </a:prstGeom>
          <a:solidFill>
            <a:srgbClr val="FFF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782312"/>
            <a:ext cx="4754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68172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Laporan Stok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681728"/>
            <a:ext cx="6995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06074"/>
                </a:solidFill>
              </a:defRPr>
            </a:pPr>
            <a:r>
              <a:t>Melihat kondisi dan rekap persediaan berdasarkan data transaksi.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52881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06074"/>
                </a:solidFill>
              </a:defRPr>
            </a:pPr>
            <a:r>
              <a:t>Snack Inventory • Capstone / 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5303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ERD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Database saat ini terdiri dari 4 tabel utama.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1264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06074"/>
                </a:solidFill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704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2560320" cy="393192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618488"/>
            <a:ext cx="234086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057400"/>
            <a:ext cx="2304287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</a:defRPr>
            </a:pPr>
            <a:r>
              <a:t>PK id</a:t>
            </a:r>
            <a:br/>
            <a:r>
              <a:t>name</a:t>
            </a:r>
            <a:br/>
            <a:r>
              <a:t>description</a:t>
            </a:r>
            <a:br/>
            <a:r>
              <a:t>created_at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417320"/>
            <a:ext cx="31546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86200" y="1417320"/>
            <a:ext cx="3154680" cy="3931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95928" y="1481328"/>
            <a:ext cx="2935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4215" y="1920240"/>
            <a:ext cx="2898648" cy="2075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</a:defRPr>
            </a:pPr>
            <a:r>
              <a:t>PK id</a:t>
            </a:r>
            <a:br/>
            <a:r>
              <a:t>FK category_id</a:t>
            </a:r>
            <a:br/>
            <a:r>
              <a:t>code UNIQUE</a:t>
            </a:r>
            <a:br/>
            <a:r>
              <a:t>name</a:t>
            </a:r>
            <a:br/>
            <a:r>
              <a:t>unit</a:t>
            </a:r>
            <a:br/>
            <a:r>
              <a:t>minimum_stock</a:t>
            </a:r>
            <a:br/>
            <a:r>
              <a:t>stock</a:t>
            </a:r>
            <a:br/>
            <a:r>
              <a:t>created_at</a:t>
            </a:r>
            <a:br/>
            <a:r>
              <a:t>updated_at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54480"/>
            <a:ext cx="34747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0" y="1554480"/>
            <a:ext cx="3474720" cy="393192"/>
          </a:xfrm>
          <a:prstGeom prst="rect">
            <a:avLst/>
          </a:prstGeom>
          <a:solidFill>
            <a:srgbClr val="DC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2127" y="1618488"/>
            <a:ext cx="325526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stock_movements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2057400"/>
            <a:ext cx="3218687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</a:defRPr>
            </a:pPr>
            <a:r>
              <a:t>PK id</a:t>
            </a:r>
            <a:br/>
            <a:r>
              <a:t>FK product_id</a:t>
            </a:r>
            <a:br/>
            <a:r>
              <a:t>type: IN / OUT</a:t>
            </a:r>
            <a:br/>
            <a:r>
              <a:t>quantity</a:t>
            </a:r>
            <a:br/>
            <a:r>
              <a:t>description</a:t>
            </a:r>
            <a:br/>
            <a:r>
              <a:t>FK user_id</a:t>
            </a:r>
            <a:br/>
            <a:r>
              <a:t>created_at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434840"/>
            <a:ext cx="3474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10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0" y="4434840"/>
            <a:ext cx="3474720" cy="393192"/>
          </a:xfrm>
          <a:prstGeom prst="rect">
            <a:avLst/>
          </a:prstGeom>
          <a:solidFill>
            <a:srgbClr val="10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7" y="4498848"/>
            <a:ext cx="325526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0416" y="4937759"/>
            <a:ext cx="3218687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</a:defRPr>
            </a:pPr>
            <a:r>
              <a:t>PK id</a:t>
            </a:r>
            <a:br/>
            <a:r>
              <a:t>name</a:t>
            </a:r>
            <a:br/>
            <a:r>
              <a:t>username UNIQUE</a:t>
            </a:r>
            <a:br/>
            <a:r>
              <a:t>password</a:t>
            </a:r>
            <a:br/>
            <a:r>
              <a:t>role</a:t>
            </a:r>
            <a:br/>
            <a:r>
              <a:t>created_at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46120" y="2514600"/>
            <a:ext cx="640080" cy="0"/>
          </a:xfrm>
          <a:prstGeom prst="line">
            <a:avLst/>
          </a:prstGeom>
          <a:ln w="27940">
            <a:solidFill>
              <a:srgbClr val="506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80" y="2514600"/>
            <a:ext cx="731520" cy="0"/>
          </a:xfrm>
          <a:prstGeom prst="line">
            <a:avLst/>
          </a:prstGeom>
          <a:ln w="27940">
            <a:solidFill>
              <a:srgbClr val="506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09760" y="3886200"/>
            <a:ext cx="0" cy="548640"/>
          </a:xfrm>
          <a:prstGeom prst="line">
            <a:avLst/>
          </a:prstGeom>
          <a:ln w="27940">
            <a:solidFill>
              <a:srgbClr val="506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64992" y="221284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221284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21284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221284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9502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4187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989320"/>
            <a:ext cx="2971800" cy="365760"/>
          </a:xfrm>
          <a:prstGeom prst="round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6007607"/>
            <a:ext cx="2971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Kategori 1 : N Barang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69080" y="5989320"/>
            <a:ext cx="33375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69080" y="6007607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Barang 1 : N Transaksi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5989320"/>
            <a:ext cx="3154680" cy="365760"/>
          </a:xfrm>
          <a:prstGeom prst="roundRect">
            <a:avLst/>
          </a:prstGeom>
          <a:solidFill>
            <a:srgbClr val="10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26679" y="6007607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User 1 : N Transaksi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" y="652881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06074"/>
                </a:solidFill>
              </a:defRPr>
            </a:pPr>
            <a:r>
              <a:t>Snack Inventory • Capstone / CP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5303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ERD database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EFAC962-5FA0-4901-A69C-E9C374B8DD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31"/>
          <a:stretch/>
        </p:blipFill>
        <p:spPr>
          <a:xfrm>
            <a:off x="859536" y="1261872"/>
            <a:ext cx="10287000" cy="559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27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5303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lang="en-US" dirty="0"/>
              <a:t>FLOWCHART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54AAB-6903-4FB4-AD5E-F275597E26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611"/>
          <a:stretch/>
        </p:blipFill>
        <p:spPr>
          <a:xfrm>
            <a:off x="952500" y="1170432"/>
            <a:ext cx="10287000" cy="568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45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5303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Cara membaca relasi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Tiga hubungan utama yang perlu dipahami tim.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1264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06074"/>
                </a:solidFill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356616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2688" y="1709928"/>
            <a:ext cx="393192" cy="393192"/>
          </a:xfrm>
          <a:prstGeom prst="roundRect">
            <a:avLst/>
          </a:prstGeom>
          <a:solidFill>
            <a:srgbClr val="F4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746504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704EBE"/>
                </a:solidFill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00784"/>
            <a:ext cx="2532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Kategori → Barang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03704"/>
            <a:ext cx="2532888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1 kategori dapat memiliki banyak barang.</a:t>
            </a:r>
            <a:br/>
            <a:br/>
            <a:r>
              <a:t>Contoh:</a:t>
            </a:r>
            <a:br/>
            <a:r>
              <a:t>Snack → Keripik, Permen, Biskuit.</a:t>
            </a:r>
            <a:br/>
            <a:br/>
            <a:r>
              <a:t>FK: products.category_id</a:t>
            </a:r>
            <a:br/>
            <a:r>
              <a:t>→ categories.id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087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50876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90288" y="1709928"/>
            <a:ext cx="393192" cy="39319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1746504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700784"/>
            <a:ext cx="2532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Barang → Transaksi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03704"/>
            <a:ext cx="2532888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1 barang dapat memiliki banyak transaksi.</a:t>
            </a:r>
            <a:br/>
            <a:br/>
            <a:r>
              <a:t>Contoh:</a:t>
            </a:r>
            <a:br/>
            <a:r>
              <a:t>Keripik → IN 50 → OUT 10 → IN 20.</a:t>
            </a:r>
            <a:br/>
            <a:br/>
            <a:r>
              <a:t>FK: stock_movements.product_id</a:t>
            </a:r>
            <a:br/>
            <a:r>
              <a:t>→ products.id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087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508760"/>
            <a:ext cx="73152" cy="3566160"/>
          </a:xfrm>
          <a:prstGeom prst="rect">
            <a:avLst/>
          </a:prstGeom>
          <a:solidFill>
            <a:srgbClr val="10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47888" y="1709928"/>
            <a:ext cx="393192" cy="393192"/>
          </a:xfrm>
          <a:prstGeom prst="roundRect">
            <a:avLst/>
          </a:prstGeom>
          <a:solidFill>
            <a:srgbClr val="EB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1746504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09659"/>
                </a:solidFill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700784"/>
            <a:ext cx="2532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User → Transaksi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03704"/>
            <a:ext cx="2532888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1 user dapat mencatat banyak transaksi.</a:t>
            </a:r>
            <a:br/>
            <a:br/>
            <a:r>
              <a:t>Contoh:</a:t>
            </a:r>
            <a:br/>
            <a:r>
              <a:t>Admin mencatat beberapa transaksi stok.</a:t>
            </a:r>
            <a:br/>
            <a:br/>
            <a:r>
              <a:t>FK: stock_movements.user_id</a:t>
            </a:r>
            <a:br/>
            <a:r>
              <a:t>→ users.id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C3746"/>
                </a:solidFill>
              </a:defRPr>
            </a:pPr>
            <a:r>
              <a:t>Catatan: reference_no belum ada di schema database saat ini.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52881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06074"/>
                </a:solidFill>
              </a:defRPr>
            </a:pPr>
            <a:r>
              <a:t>Snack Inventory • Capstone / CP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5303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Flow manajemen stok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Proses dibuat satu halaman agar admin tidak berpindah-pindah menu.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1264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06074"/>
                </a:solidFill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59" y="2011680"/>
            <a:ext cx="438912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093976"/>
            <a:ext cx="43891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1" y="1993392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t>Pilih barang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39" y="2450592"/>
            <a:ext cx="246889" cy="0"/>
          </a:xfrm>
          <a:prstGeom prst="line">
            <a:avLst/>
          </a:prstGeom>
          <a:ln w="25400">
            <a:solidFill>
              <a:srgbClr val="506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8288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63240" y="2011680"/>
            <a:ext cx="438912" cy="438912"/>
          </a:xfrm>
          <a:prstGeom prst="roundRect">
            <a:avLst/>
          </a:prstGeom>
          <a:solidFill>
            <a:srgbClr val="10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2093976"/>
            <a:ext cx="43891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993392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t>Pilih IN / OUT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46320" y="2450592"/>
            <a:ext cx="246888" cy="0"/>
          </a:xfrm>
          <a:prstGeom prst="line">
            <a:avLst/>
          </a:prstGeom>
          <a:ln w="25400">
            <a:solidFill>
              <a:srgbClr val="506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0640" y="18288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03520" y="2011680"/>
            <a:ext cx="438912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0" y="2093976"/>
            <a:ext cx="43891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1993392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t>Isi quantity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6600" y="2450592"/>
            <a:ext cx="246888" cy="0"/>
          </a:xfrm>
          <a:prstGeom prst="line">
            <a:avLst/>
          </a:prstGeom>
          <a:ln w="25400">
            <a:solidFill>
              <a:srgbClr val="506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60920" y="18288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543800" y="2011680"/>
            <a:ext cx="438912" cy="438912"/>
          </a:xfrm>
          <a:prstGeom prst="round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2093976"/>
            <a:ext cx="43891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1993392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t>Simpan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26880" y="2450592"/>
            <a:ext cx="246888" cy="0"/>
          </a:xfrm>
          <a:prstGeom prst="line">
            <a:avLst/>
          </a:prstGeom>
          <a:ln w="25400">
            <a:solidFill>
              <a:srgbClr val="506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01200" y="18288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784080" y="2011680"/>
            <a:ext cx="438912" cy="43891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0" y="2093976"/>
            <a:ext cx="43891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0152" y="1993392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t>Stock berubah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70332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" y="3703320"/>
            <a:ext cx="73152" cy="1508760"/>
          </a:xfrm>
          <a:prstGeom prst="rect">
            <a:avLst/>
          </a:prstGeom>
          <a:solidFill>
            <a:srgbClr val="10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115568" y="3904487"/>
            <a:ext cx="393192" cy="393192"/>
          </a:xfrm>
          <a:prstGeom prst="roundRect">
            <a:avLst/>
          </a:prstGeom>
          <a:solidFill>
            <a:srgbClr val="EB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" y="3941063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09659"/>
                </a:solidFill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3895344"/>
            <a:ext cx="4087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STOK MASUK (IN)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4398264"/>
            <a:ext cx="4087368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Quantity ditambahkan ke stock.</a:t>
            </a:r>
            <a:br/>
            <a:r>
              <a:t>Transaksi disimpan sebagai type = IN.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70332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3703320"/>
            <a:ext cx="73152" cy="1508760"/>
          </a:xfrm>
          <a:prstGeom prst="rect">
            <a:avLst/>
          </a:prstGeom>
          <a:solidFill>
            <a:srgbClr val="DC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464807" y="3904487"/>
            <a:ext cx="393192" cy="393192"/>
          </a:xfrm>
          <a:prstGeom prst="roundRect">
            <a:avLst/>
          </a:prstGeom>
          <a:solidFill>
            <a:srgbClr val="F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64807" y="3941063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DC3746"/>
                </a:solidFill>
              </a:defRPr>
            </a:pPr>
            <a: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59" y="3895344"/>
            <a:ext cx="4087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STOK KELUAR (OUT)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59" y="4398264"/>
            <a:ext cx="4087368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Quantity dikurangi dari stock.</a:t>
            </a:r>
            <a:br/>
            <a:r>
              <a:t>Stock tidak boleh menjadi negatif.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652881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06074"/>
                </a:solidFill>
              </a:defRPr>
            </a:pPr>
            <a:r>
              <a:t>Snack Inventory • Capstone / CP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5303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Konsep UI /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Tampilan diarahkan modern, konsisten, tetapi tetap sederhana.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1264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06074"/>
                </a:solidFill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2688" y="1709928"/>
            <a:ext cx="393192" cy="39319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746504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00784"/>
            <a:ext cx="2532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03704"/>
            <a:ext cx="253288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Card ringkasan:</a:t>
            </a:r>
            <a:br/>
            <a:r>
              <a:t>Total Barang • Total Stok</a:t>
            </a:r>
            <a:br/>
            <a:r>
              <a:t>Stok Menipis • Stok Habis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0876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508760"/>
            <a:ext cx="73152" cy="205740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90288" y="1709928"/>
            <a:ext cx="393192" cy="393192"/>
          </a:xfrm>
          <a:prstGeom prst="roundRect">
            <a:avLst/>
          </a:prstGeom>
          <a:solidFill>
            <a:srgbClr val="F4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1746504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704EBE"/>
                </a:solidFill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700784"/>
            <a:ext cx="2532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Master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03704"/>
            <a:ext cx="253288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Tabel data + modal popup untuk tambah/edit + notifikasi aksi.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0876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508760"/>
            <a:ext cx="73152" cy="2057400"/>
          </a:xfrm>
          <a:prstGeom prst="rect">
            <a:avLst/>
          </a:prstGeom>
          <a:solidFill>
            <a:srgbClr val="10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47888" y="1709928"/>
            <a:ext cx="393192" cy="393192"/>
          </a:xfrm>
          <a:prstGeom prst="roundRect">
            <a:avLst/>
          </a:prstGeom>
          <a:solidFill>
            <a:srgbClr val="EB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1746504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09659"/>
                </a:solidFill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700784"/>
            <a:ext cx="2532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Manajemen Stok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03704"/>
            <a:ext cx="253288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Tombol IN / OUT menggunakan modal popup dalam satu halaman.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77639"/>
            <a:ext cx="10744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23367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Prinsip desain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160520"/>
            <a:ext cx="8138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06074"/>
                </a:solidFill>
              </a:defRPr>
            </a:pPr>
            <a:r>
              <a:t>Spacing rapi • Font mudah dibaca • Warna konsisten • Responsive • Proses utama tidak dibuat berlapis-lapis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652881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06074"/>
                </a:solidFill>
              </a:defRPr>
            </a:pPr>
            <a:r>
              <a:t>Snack Inventory • Capstone / CP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5303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Teknologi &amp; struktur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Stack yang digunakan dibuat ringan dan mudah dipahami anggota tim.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1264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06074"/>
                </a:solidFill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6294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609344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Native PHP 8.x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04288"/>
            <a:ext cx="66294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9659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450592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MySQL / MariaDB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45536"/>
            <a:ext cx="66294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31012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704EBE"/>
                </a:solidFill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291840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HTML + CSS + Bootstrap 5 + 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86784"/>
            <a:ext cx="66294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151376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133088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XAMPP / Apache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28032"/>
            <a:ext cx="66294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92624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C3746"/>
                </a:solidFill>
              </a:defRPr>
            </a:pPr>
            <a:r>
              <a:t>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974336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Git + GitHub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463040"/>
            <a:ext cx="3703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26679" y="146304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927848" y="1664208"/>
            <a:ext cx="393192" cy="39319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27848" y="1700784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1655064"/>
            <a:ext cx="2807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Kenapa stack ini?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157984"/>
            <a:ext cx="280720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Cukup untuk scope inventory, mudah dijalankan di XAMPP, dan tidak menambah kompleksitas yang belum diperlukan.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3566160"/>
            <a:ext cx="3703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26679" y="3566160"/>
            <a:ext cx="73152" cy="1874519"/>
          </a:xfrm>
          <a:prstGeom prst="rect">
            <a:avLst/>
          </a:prstGeom>
          <a:solidFill>
            <a:srgbClr val="109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927848" y="3767328"/>
            <a:ext cx="393192" cy="393192"/>
          </a:xfrm>
          <a:prstGeom prst="roundRect">
            <a:avLst/>
          </a:prstGeom>
          <a:solidFill>
            <a:srgbClr val="EB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27848" y="3803904"/>
            <a:ext cx="393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09659"/>
                </a:solidFill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758184"/>
            <a:ext cx="2807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Struktur kerja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61104"/>
            <a:ext cx="280720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06074"/>
                </a:solidFill>
              </a:defRPr>
            </a:pPr>
            <a:r>
              <a:t>main = stable</a:t>
            </a:r>
            <a:br/>
            <a:r>
              <a:t>develop = integration</a:t>
            </a:r>
            <a:br/>
            <a:r>
              <a:t>feature/* = pekerjaan anggota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652881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06074"/>
                </a:solidFill>
              </a:defRPr>
            </a:pPr>
            <a:r>
              <a:t>Snack Inventory • Capstone / CP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Diskusi 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6420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DDDF8"/>
                </a:solidFill>
              </a:defRPr>
            </a:pPr>
            <a:r>
              <a:t>Sebelum lanjut coding, kita samakan 4 keputusan berikut.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23160"/>
            <a:ext cx="10515600" cy="658368"/>
          </a:xfrm>
          <a:prstGeom prst="roundRect">
            <a:avLst/>
          </a:prstGeom>
          <a:solidFill>
            <a:srgbClr val="163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57860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54203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551176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D5E2F7"/>
                </a:solidFill>
              </a:defRPr>
            </a:pPr>
            <a:r>
              <a:t>Apakah fitur yang masuk sudah final?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9544"/>
            <a:ext cx="10515600" cy="658368"/>
          </a:xfrm>
          <a:prstGeom prst="roundRect">
            <a:avLst/>
          </a:prstGeom>
          <a:solidFill>
            <a:srgbClr val="163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364991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328415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337560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D5E2F7"/>
                </a:solidFill>
              </a:defRPr>
            </a:pPr>
            <a:r>
              <a:t>Apakah schema perlu perubahan?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95928"/>
            <a:ext cx="10515600" cy="658368"/>
          </a:xfrm>
          <a:prstGeom prst="roundRect">
            <a:avLst/>
          </a:prstGeom>
          <a:solidFill>
            <a:srgbClr val="163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15137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11480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Pembagian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123944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D5E2F7"/>
                </a:solidFill>
              </a:defRPr>
            </a:pPr>
            <a:r>
              <a:t>Siapa mengambil modul / feature branch?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82312"/>
            <a:ext cx="10515600" cy="658368"/>
          </a:xfrm>
          <a:prstGeom prst="roundRect">
            <a:avLst/>
          </a:prstGeom>
          <a:solidFill>
            <a:srgbClr val="163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9377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901184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Timeline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910328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D5E2F7"/>
                </a:solidFill>
              </a:defRPr>
            </a:pPr>
            <a:r>
              <a:t>Kapan target develop dan main?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BED2F0"/>
                </a:solidFill>
              </a:defRPr>
            </a:pPr>
            <a:r>
              <a:t>Satu scope • satu standar • satu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841</Words>
  <Application>Microsoft Office PowerPoint</Application>
  <PresentationFormat>Widescreen</PresentationFormat>
  <Paragraphs>166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Imam Ilhab Rizqulloh</cp:lastModifiedBy>
  <cp:revision>3</cp:revision>
  <dcterms:created xsi:type="dcterms:W3CDTF">2013-01-27T09:14:16Z</dcterms:created>
  <dcterms:modified xsi:type="dcterms:W3CDTF">2026-09-28T06:11:41Z</dcterms:modified>
  <cp:category/>
</cp:coreProperties>
</file>